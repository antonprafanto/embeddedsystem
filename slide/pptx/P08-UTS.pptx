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a7b1efe1-0657-d799-60d1-c82a166a941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 ini dipakai sepekan sebelum UTS (atau di awal hari ujian) untuk menjelaskan aturan main. Semua angka bertanda (sesuaikan) adalah usulan: ubah dulu sesuai ketentuan prodi sebelum slide dibagikan.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UTS bukan lomba menghafal. Soal teori menguji pemahaman dan hitungan; soal praktik menguji kemampuan membangun program yang tidak memblokir dan menjelaskannya. Tanyakan: topik mana yang paling membuat kalian cemas? Catat untuk sesi tanya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Menurut RPS, UTS bernilai 25% dari nilai akhir. Usulan pembagian teori 50% dan praktik 50% dapat diubah. Umumkan juga tempat, nama berkas pengumpulan (mis. UTS_NIM_Nama.zip), dan apakah praktik memakai board atau cukup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Telusuri tiap kartu dan minta mahasiswa menyebut satu contoh soal untuk tiap topik. Bobot terbesar ada di P05 (waktu dan interupsi) dan P07 (PWM dan beban) karena materinya paling kaya.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Indikator rinci tiap baris ada di README. Ujian praktik mengukur CPMK-2 dan CPMK-3 sekaligus: rangkaian aman, program tidak memblokir, dan perpaduan minimal tiga topik.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Teori: 20 PG (40 poin), 5 isian/perhitungan (40 poin), 2 esai (20 poin). Praktik: satu soal terpadu, dikumpulkan sebagai ZIP, diakhiri demo singkat dan satu modifikasi kecil yang diminta penguji. Nilai parsial tetap diberikan untuk program yang berjalan sebagian.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ini API Arduino-ESP32 3.x. Fungsi lama core 2.x (timerBegin dengan 3 argumen, timerAlarmWrite, ledcSetup) tidak berlaku lagi dan akan gagal dikompilasi.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pancingan: mengapa nilai analogRead() bisa langsung dipakai sebagai duty bila PWM juga 12 bit? (Keduanya 0–4.095.) Mengapa sensor analog harus di ADC1 saat Wi-Fi aktif?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contoh sudah dicek ulang. Biasakan mahasiswa menulis rumus → substitusi → hasil + satuan; langkah yang benar tetap dinilai walau angka akhir meleset. Rumus servo, nada, dan resistor basis ada di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soal luapan: sebelumnya = 4.294.967.000 dan sekarang = 200 (setelah meluap). Selisihnya 496 ms (modulo 2^32), jadi blok belum dijalankan bila INTERVAL = 500. Pola perbandingan absolut akan keliru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B. uint8_t hanya 0–255, sehingga 260 − 256 = 4. Kompilator tidak memberi galat; programmer yang harus memilih tipe data dengan benar. Lanjutkan dengan pertanyaan: tipe apa yang tepat untuk menyimpan millis()? (unsigned long).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Cerita: lampu kendaraan hijau terus sampai pejalan menekan tombol; hijau dijamin minimal T_hijau (5–20 s dari potensiometer). Ingatkan: potensiometer ke 3V3, bukan VIN. Kode solusi ada di kode/01-latihan-proyek-mini; minta mahasiswa mencoba sendiri dulu dalam 100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putaran loop() hanya memeriksa syarat pindah tahap, tidak ada yang menunggu. Pola ini akan diformalkan sebagai FSM di Pertemuan 11. Pertanyaan pancingan: mengapa T_hijau dihitung sejak hijau mulai, bukan sejak tombol ditekan? (Agar arus kendaraan mendapat jatah minimal.)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tiga tekanan: detik ke-3 dicatat, ke-5 "sudah tercatat", ke-18 diabaikan. Buzzer berbunyi 14 kali (tiap 500 ms) lalu 15 kali (tiap 200 ms). Debounce: ISR hanya mencatat waktu tepi; loop() menerima tekanan bila sudah tenang 50 ms dan tombol masih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Rubrik khusus latihan proyek mini (8 aspek) ada di README. Saat demo, minta satu modifikasi kecil, misalnya mengubah durasi kuning menjadi 2 detik atau memindahkan buzzer ke pin lain, untuk memastikan kode dipahami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Sarankan belajar berkelompok untuk soal teori, tetapi latihan praktik dikerjakan sendiri. Ingatkan untuk menyiapkan Wokwi dan PlatformIO sehari sebelumnya.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Kesalahan lain di README: int untuk millis(), RISING untuk tombol pull-up, pembagian bulat nilai / 4095 * 3.3, frekuensi × 2^n &gt; 80 MHz, beban kumparan tanpa dioda flyback.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mengingatkan integritas akademik: setiap kode yang dikumpulkan harus bisa dijelaskan sendiri. Setelah UTS, kita lanjut ke Pertemuan 9: Komunikasi Serial (UART, I2C, SPI).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08 · UTS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08 · UTS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08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Ujian Tengah Semester (UTS)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Cakupan, kisi-kisi, lembar ringkas, dan latihan proyek mini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Apa yang Diukur di UTS?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boo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konsep sistem tertanam, ESP32, dan alur </a:t>
            </a:r>
            <a:r>
              <a:rPr lang="en-US" sz="2000" b="1" dirty="0">
                <a:solidFill>
                  <a:schemeClr val="tx1"/>
                </a:solidFill>
              </a:rPr>
              <a:t>firmware</a:t>
            </a:r>
            <a:r>
              <a:rPr lang="en-US" sz="2000" dirty="0">
                <a:solidFill>
                  <a:schemeClr val="tx1"/>
                </a:solidFill>
              </a:rPr>
              <a:t> (CPMK-1)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Memprogram GPIO, </a:t>
            </a:r>
            <a:r>
              <a:rPr lang="en-US" sz="20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2000" dirty="0">
                <a:solidFill>
                  <a:schemeClr val="tx1"/>
                </a:solidFill>
              </a:rPr>
              <a:t>, interupsi, dan </a:t>
            </a:r>
            <a:r>
              <a:rPr lang="en-US" sz="2000" i="1" dirty="0">
                <a:solidFill>
                  <a:schemeClr val="tx1"/>
                </a:solidFill>
              </a:rPr>
              <a:t>timer</a:t>
            </a:r>
            <a:r>
              <a:rPr lang="en-US" sz="2000" dirty="0">
                <a:solidFill>
                  <a:schemeClr val="tx1"/>
                </a:solidFill>
              </a:rPr>
              <a:t> tanpa memblokir (CPMK-2)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rul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Menghitung antarmuka: resistor, ADC, PWM, servo, transistor (CPMK-3)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stopwat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Menggabungkan beberapa topik dalam waktu terbatas, lalu menjelaskannya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Informasi Ujian (sesuaikan)</a:t>
            </a:r>
            <a:endParaRPr lang="en-US" sz="3000" dirty="0"/>
          </a:p>
        </p:txBody>
      </p:sp>
      <p:graphicFrame>
        <p:nvGraphicFramePr>
          <p:cNvPr id="4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Butir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Teori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Praktik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Waktu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(sesuaikan)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(sesuaikan)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Durasi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±90 menit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±120 menit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Sifat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Buku tertutup + lembar ringkas resmi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Modul P01–P07 boleh; tanpa AI/pesan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Perangkat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Alat tulis, kalkulator biasa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 + Wokwi (atau board + kit)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Bobot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 nilai UTS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50% nilai UTS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Cakupan: Pertemuan 1–7</a:t>
            </a:r>
            <a:endParaRPr lang="en-US" sz="3000" dirty="0"/>
          </a:p>
        </p:txBody>
      </p:sp>
      <p:pic>
        <p:nvPicPr>
          <p:cNvPr id="3" name="gambar" descr="/home/claude/work/slides/img/p08/p08-peta-cakupan-u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994" y="1280160"/>
            <a:ext cx="9421707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Kisi-Kisi per Topik</a:t>
            </a:r>
            <a:endParaRPr lang="en-US" sz="3000" dirty="0"/>
          </a:p>
        </p:txBody>
      </p:sp>
      <p:graphicFrame>
        <p:nvGraphicFramePr>
          <p:cNvPr id="6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35661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Topik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CPMK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Bentuk soal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Bobot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P01 Pengenalan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esai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P02 Dasar C/C++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isian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P03 GPIO output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2, 3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perhitungan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P04 GPIO input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2, 3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esai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P05 Waktu dan interupsi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perhitungan, esai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P06 Input analog (ADC)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perhitungan, esai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P07 PWM dan beban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PG, perhitungan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Format Ujian: Teori + Praktik</a:t>
            </a:r>
            <a:endParaRPr lang="en-US" sz="3000" dirty="0"/>
          </a:p>
        </p:txBody>
      </p:sp>
      <p:pic>
        <p:nvPicPr>
          <p:cNvPr id="3" name="gambar" descr="/home/claude/work/slides/img/p08/p08-format-uj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396" y="1280160"/>
            <a:ext cx="1013490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Lembar Ringkas API (1): GPIO dan Waktu</a:t>
            </a:r>
            <a:endParaRPr lang="en-US" sz="3000" dirty="0"/>
          </a:p>
        </p:txBody>
      </p:sp>
      <p:graphicFrame>
        <p:nvGraphicFramePr>
          <p:cNvPr id="8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Fungsi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Kegunaan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pinMode(pin, mode)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OUTPUT, INPUT, INPUT_PULLUP, INPUT_PULLDOWN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digitalWrite / digitalRead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 ≈ 3,3 V, LOW = 0 V; pull-up: ditekan = LOW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millis() / micros()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unsigned long; meluap ±49,7 hari / ±71,6 menit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attachInterrupt(digitalPinToInterrupt(p), isr, FALLING)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ISR: IRAM_ATTR, singkat, variabel volatile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timerBegin(1000000)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tik = 1 µs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timerAttachInterrupt(t, isr) · timerAlarm(t, n, true, 0)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Alarm tiap n tik, berulang tanpa batas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Lembar Ringkas API (2): ADC, PWM, Serial</a:t>
            </a:r>
            <a:endParaRPr lang="en-US" sz="3000" dirty="0"/>
          </a:p>
        </p:txBody>
      </p:sp>
      <p:graphicFrame>
        <p:nvGraphicFramePr>
          <p:cNvPr id="9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Fungsi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Kegunaan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analogRead(pin)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Nilai mentah 0–4.095 (12 bit)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analogReadMilliVolts(pin)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Tegangan dalam mV, terkalibrasi eFuse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ledcAttach(pin, frek, bit)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Pasang PWM LEDC; false = gagal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ledcWrite(pin, duty)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Duty 0 sampai 2^n − 1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ledcWriteTone(pin, frek)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Nada 50%; frekuensi 0 = diam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Serial.begin(115200) · Serial.printf()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Samakan dengan monitor_speed; %d %lu %.2f %s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Rumus Penting</a:t>
            </a:r>
            <a:endParaRPr lang="en-US" sz="3000" dirty="0"/>
          </a:p>
        </p:txBody>
      </p:sp>
      <p:graphicFrame>
        <p:nvGraphicFramePr>
          <p:cNvPr id="10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Besaran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Rumus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Contoh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Resistor LED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 = (3,3 − Vf) ÷ 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(3,3 − 2,0) ÷ 0,01 = 130 Ω → 220 Ω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Pembagi tegangan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Vout = Vin × R2 ÷ (R1 + R2)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3,3 × 10 ÷ 20 = 1,65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ADC 12 bit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 ≈ nilai × 3,3 ÷ 4.095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2.048 → ±1,65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PWM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 = duty ÷ (2^n − 1) × 3,3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64 dari 255 → ±0,83 V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Batas LEDC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 × 2^n ≤ 80 MHz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 kHz → maks. 13 bit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Alarm timer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frekuensi timer × selang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 MHz × 0,5 s = 500.000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Selisih waktu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sekarang − sebelumnya ≥ INTERVAL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Benar walau millis() meluap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Kerangka Program Tidak Memblokir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589528"/>
          </a:xfrm>
          <a:prstGeom prst="roundRect">
            <a:avLst>
              <a:gd name="adj" fmla="val 254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pola selisih millis()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0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INTERVAL_MS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INTERVAL_MS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sebelumnya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sekarang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tugas berkala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6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tugas lain tetap berjalan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Tidak ada yang menunggu → tombol tetap terbaca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Pengurangan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700" dirty="0">
                <a:solidFill>
                  <a:schemeClr val="tx1"/>
                </a:solidFill>
              </a:rPr>
              <a:t> tetap benar saat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1700" dirty="0">
                <a:solidFill>
                  <a:schemeClr val="tx1"/>
                </a:solidFill>
              </a:rPr>
              <a:t> meluap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Banyak tugas = banyak variabel waktu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Hindari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(millis() &gt;= target)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Contoh Soal: Luapan Tipe Data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uint8_t x = 250;  x = x + 10;  Berapa nilai x sekarang?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260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255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Galat kompilasi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Latihan Proyek Mini: Rangkaian</a:t>
            </a:r>
            <a:endParaRPr lang="en-US" sz="3000" dirty="0"/>
          </a:p>
        </p:txBody>
      </p:sp>
      <p:pic>
        <p:nvPicPr>
          <p:cNvPr id="3" name="gambar" descr="/home/claude/repo/pertemuan-08-uts/gambar/p08-rangkaian-lampu-penyeber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924" y="1280160"/>
            <a:ext cx="7723848" cy="4206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59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Lampu 25/26/27 · tombol 4 · buzzer 18 · potensiometer 34 · LED biru bawaan 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Gambar komponen: @wokwi/elements (MIT)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Tahap Lampu Penyeberangan</a:t>
            </a:r>
            <a:endParaRPr lang="en-US" sz="3000" dirty="0"/>
          </a:p>
        </p:txBody>
      </p:sp>
      <p:pic>
        <p:nvPicPr>
          <p:cNvPr id="3" name="gambar" descr="/home/claude/work/slides/img/p08/p08-tahap-lampu-penyeber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3" y="1280160"/>
            <a:ext cx="787573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 Waktu Satu Siklus</a:t>
            </a:r>
            <a:endParaRPr lang="en-US" sz="3000" dirty="0"/>
          </a:p>
        </p:txBody>
      </p:sp>
      <p:pic>
        <p:nvPicPr>
          <p:cNvPr id="3" name="gambar" descr="/home/claude/work/slides/img/p08/p08-diagram-waktu-penyeberang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785" y="1280160"/>
            <a:ext cx="859412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Rubrik Praktik (Usulan, 100 Poin)</a:t>
            </a:r>
            <a:endParaRPr lang="en-US" sz="3000" dirty="0"/>
          </a:p>
        </p:txBody>
      </p:sp>
      <p:graphicFrame>
        <p:nvGraphicFramePr>
          <p:cNvPr id="16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Aspek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Bobot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Kriteria penuh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Rangkaian dan 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Benar, rapi, resistor tepat, tidak ada &gt; 3,3 V ke pin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Fungsi sesuai spesifikasi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Semua butir spesifikasi terpenuhi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Tidak memblokir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Tanpa delay() di loop(), selisih millis() benar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Kualitas kode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Nama jelas, konstanta, fungsi pembantu, komentar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Penjelasan lisan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Bisa menjelaskan dan langsung memodifikasi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Tips Belajar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pe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Ringkasan sendiri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Tulis ulang rumus dan API dengan tangan agar lebih melekat.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flas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Ulangi praktikum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Rangkai dan tulis kode P03–P07 dari nol tanpa melihat modul.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rul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Latih hitungan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Resistor, ADC, pembagi, PWM, LEDC, timer, selisih millis().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stopwatc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Simulasi 100 menit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Kerjakan latihan proyek mini dengan pengatur waktu.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Kesalahan yang Sering Muncul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plu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Pin keliru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GPIO 34–39 input saja tanpa pull-up; ADC2 mati saat Wi-Fi aktif.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delay() di loop()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Tombol terlewat. Pakai pola selisih millis().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bo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ISR gemuk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Tanpa Serial/delay(); pakai IRAM_ATTR dan volatile.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cod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API lama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ledcSetup() sudah tiada; pakai ledcAttach(pin, frek, bit).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Hari Ujian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Latihan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proyek mini dalam 100 menit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Ulangi Cek Pemahaman P01–P07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lapto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 Alat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Uji Wokwi dan Build PlatformIO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Kabel USB data, kalkulator, kartu identitas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shiel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Tata Tertib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Praktik tanpa AI dan aplikasi pesan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Simpan pekerjaan secara berkala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8: Ujian Tengah Semester (UTS)</dc:title>
  <dc:subject>Sistem Tertanam — Pertemuan 8</dc:subject>
  <dc:creator>Anton Prafanto</dc:creator>
  <cp:lastModifiedBy>Anton Prafanto</cp:lastModifiedBy>
  <cp:revision>1</cp:revision>
  <dcterms:created xsi:type="dcterms:W3CDTF">2026-10-16T12:08:53Z</dcterms:created>
  <dcterms:modified xsi:type="dcterms:W3CDTF">2026-10-16T12:08:53Z</dcterms:modified>
</cp:coreProperties>
</file>